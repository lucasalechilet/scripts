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1957a2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1957a2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1957a20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1957a20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1957a20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1957a2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1957a20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1957a20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1957a20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1957a20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gestión de contactos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Lucas Alé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¿De qué trata el proyecto?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 objetivo era </a:t>
            </a:r>
            <a:r>
              <a:rPr lang="es"/>
              <a:t>crear una aplicación de consola para guardar contactos, usando Python.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hace el programa?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Guardar:</a:t>
            </a:r>
            <a:r>
              <a:rPr lang="es">
                <a:solidFill>
                  <a:schemeClr val="dk1"/>
                </a:solidFill>
              </a:rPr>
              <a:t> Añade nombres, teléfonos, mails y direcciones.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Buscar:</a:t>
            </a:r>
            <a:r>
              <a:rPr lang="es">
                <a:solidFill>
                  <a:schemeClr val="dk1"/>
                </a:solidFill>
              </a:rPr>
              <a:t> Permite buscar por nombre o por número, entregando matches parciales si existieran.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Editar y Borrar:</a:t>
            </a:r>
            <a:r>
              <a:rPr lang="es">
                <a:solidFill>
                  <a:schemeClr val="dk1"/>
                </a:solidFill>
              </a:rPr>
              <a:t> Permite editar cualquier elemento de cada contacto, o borrarlo.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¿Cómo está organizado el código?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Dividí el trabajo en tres archivos para que fuera más fácil de entender y arreglar: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contacto.py</a:t>
            </a:r>
            <a:r>
              <a:rPr lang="es">
                <a:solidFill>
                  <a:schemeClr val="dk1"/>
                </a:solidFill>
              </a:rPr>
              <a:t>: Aquí definí qué datos tiene un contacto y puse las reglas para que el mail y el teléfono sean válidos.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agenda.py</a:t>
            </a:r>
            <a:r>
              <a:rPr lang="es">
                <a:solidFill>
                  <a:schemeClr val="dk1"/>
                </a:solidFill>
              </a:rPr>
              <a:t>: Aquí es donde se guardan todos los contactos en un diccionario y se hace la lógica de agregar, buscar y borrar.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gestion_contactos_main.py</a:t>
            </a:r>
            <a:r>
              <a:rPr lang="es">
                <a:solidFill>
                  <a:schemeClr val="dk1"/>
                </a:solidFill>
              </a:rPr>
              <a:t>: Tiene el menú que permite las funcionalidades requeridas. El programa se ejecuta con este script.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Implementaciones más desafiantes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Validaciones (Regex):</a:t>
            </a:r>
            <a:r>
              <a:rPr lang="es">
                <a:solidFill>
                  <a:schemeClr val="dk1"/>
                </a:solidFill>
              </a:rPr>
              <a:t> Usé expresiones regulares para que el programa no acepte cualquier cosa. Por ejemplo, el teléfono tiene que empezar con </a:t>
            </a:r>
            <a:r>
              <a:rPr lang="es">
                <a:solidFill>
                  <a:srgbClr val="188038"/>
                </a:solidFill>
              </a:rPr>
              <a:t>+</a:t>
            </a:r>
            <a:r>
              <a:rPr lang="es">
                <a:solidFill>
                  <a:schemeClr val="dk1"/>
                </a:solidFill>
              </a:rPr>
              <a:t> y el mail debe tener un </a:t>
            </a:r>
            <a:r>
              <a:rPr lang="es">
                <a:solidFill>
                  <a:srgbClr val="188038"/>
                </a:solidFill>
              </a:rPr>
              <a:t>@</a:t>
            </a:r>
            <a:r>
              <a:rPr lang="es">
                <a:solidFill>
                  <a:schemeClr val="dk1"/>
                </a:solidFill>
              </a:rPr>
              <a:t> y un punto. Hacer que funcionara bien fue lo que más me costó.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Uso de Diccionarios:</a:t>
            </a:r>
            <a:r>
              <a:rPr lang="es">
                <a:solidFill>
                  <a:schemeClr val="dk1"/>
                </a:solidFill>
              </a:rPr>
              <a:t> Guardé los contactos usando el teléfono como "clave". Así, el programa encuentra a alguien al instante y no permite que haya dos personas con el mismo número. Decidir esto fue lo que mayor impacto tuvo al diseñar la solución.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Programa robusto</a:t>
            </a:r>
            <a:r>
              <a:rPr b="1" lang="es">
                <a:solidFill>
                  <a:schemeClr val="dk1"/>
                </a:solidFill>
              </a:rPr>
              <a:t>:</a:t>
            </a:r>
            <a:r>
              <a:rPr lang="es">
                <a:solidFill>
                  <a:schemeClr val="dk1"/>
                </a:solidFill>
              </a:rPr>
              <a:t> Hacer que el programa no se “caiga” también fue bastante desafiante y tomó bastante tiempo manejar cada tipo de situación extraña. La solución final parece robusta con un menú persistente.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Conclusiones y qué podría mejorar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 bien ya tenía experiencia con Clases, nunca había implementado soluciones en que los diccionarios resultaran tan útiles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Posibles mejoras a implementar: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Que los contactos se guarden en formato csv o JSON, o cargarlos desde ahí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Interfaz gráfica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Añadir mejoras en la validación de mail, y, en la validación de las opciones en el menú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